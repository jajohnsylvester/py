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55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62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949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821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906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725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14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314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882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966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347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723655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9895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4574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0907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6430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221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0970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Objective: Predict Falcon 9 first-stage landing success to determine launch price competitiveness.</a:t>
            </a:r>
          </a:p>
          <a:p>
            <a:r>
              <a:t>Key Finding: KSC LC-39A is the most successful site with a 76.92% success rate.</a:t>
            </a:r>
          </a:p>
          <a:p>
            <a:r>
              <a:t>Booster Performance: The B5 booster version maintains a 100% success record in the dataset.</a:t>
            </a:r>
          </a:p>
          <a:p>
            <a:r>
              <a:t>Conclusion: High success probability is linked to technical maturity (Flight Number) and specific site selection.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SpaceX has disrupted the industry by making rockets reusable.</a:t>
            </a:r>
          </a:p>
          <a:p>
            <a:r>
              <a:t>Cost Comparison: $165M (Traditional) vs. $62M (SpaceX).</a:t>
            </a:r>
          </a:p>
          <a:p>
            <a:r>
              <a:t>Project Goal: Use data science to classify whether a first stage will land successfully.</a:t>
            </a:r>
          </a:p>
          <a:p>
            <a:r>
              <a:t>Significance: Enables accurate bidding against SpaceX by predicting their internal costs.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 &amp; Wrangling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API Integration: Targeted SpaceX REST API for launch, rocket, and payload specifics.</a:t>
            </a:r>
          </a:p>
          <a:p>
            <a:r>
              <a:t>Web Scraping: Used BeautifulSoup to extract historical launch tables from Wikipedia.</a:t>
            </a:r>
          </a:p>
          <a:p>
            <a:r>
              <a:t>Wrangling: Handled missing values in 'Payload Mass' using mean values.</a:t>
            </a:r>
          </a:p>
          <a:p>
            <a:r>
              <a:t>Labeling: Converted complex landing outcomes into a binary Class (1 = Success, 0 = Failure).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&amp; Interactive Analytics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Exploratory Analysis: Used Seaborn/Matplotlib for trend identification.</a:t>
            </a:r>
          </a:p>
          <a:p>
            <a:r>
              <a:t>Geospatial Analytics: Employed Folium to map sites and proximity to infrastructure (Highways, Railways).</a:t>
            </a:r>
          </a:p>
          <a:p>
            <a:r>
              <a:t>Dashboards: Built a Plotly Dash application with dropdowns and range sliders for real-time data exploration.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Predictive Analysis (Machine Learning)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Preprocessing: Data was standardized using StandardScaler for algorithm consistency.</a:t>
            </a:r>
          </a:p>
          <a:p>
            <a:r>
              <a:t>Algorithms: Logistic Regression, SVM, Decision Tree, and K-Nearest Neighbors (KNN).</a:t>
            </a:r>
          </a:p>
          <a:p>
            <a:r>
              <a:t>Tuning: Used GridSearchCV to find optimal hyperparameters (C, kernel, neighbors).</a:t>
            </a:r>
          </a:p>
          <a:p>
            <a:r>
              <a:t>Split: 80/20 train-test split with confusion matrix evaluation.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Visualization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Flight Number vs. Success: Clear upward trend; as experience increases, success becomes the norm.</a:t>
            </a:r>
          </a:p>
          <a:p>
            <a:r>
              <a:t>Payload Influence: Heavy payloads do not negatively impact landing success, highlighting Falcon 9's lift capacity.</a:t>
            </a:r>
          </a:p>
          <a:p>
            <a:r>
              <a:t>Site Evolution: CCAFS SLC-40 shows a marked improvement in success rates over time.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Analysis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Total Successes: KSC LC-39A leads with 10 successful landings.</a:t>
            </a:r>
          </a:p>
          <a:p>
            <a:r>
              <a:t>Efficiency: KSC LC-39A holds the highest success rate (76.92%).</a:t>
            </a:r>
          </a:p>
          <a:p>
            <a:r>
              <a:t>Reliability: SQL query identified 'B5' as the gold standard for booster versions.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Geospatial Analysis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Coastline Strategy: All launch sites are positioned on the coast to allow for ocean-bound trajectories.</a:t>
            </a:r>
          </a:p>
          <a:p>
            <a:r>
              <a:t>Logistics: Sites are within 5-10km of railways/highways but far from populated city centers for safety.</a:t>
            </a:r>
          </a:p>
          <a:p>
            <a:r>
              <a:t>Visual Clarity: Marker clusters reveal a higher density of successful landings on the East Coast.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Plotly Dash Dashboard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Interactivity: Site-specific pie charts allow for localized success analysis.</a:t>
            </a:r>
          </a:p>
          <a:p>
            <a:r>
              <a:t>Payload Correlation: Scatter plots show different success densities across booster versions.</a:t>
            </a:r>
          </a:p>
          <a:p>
            <a:r>
              <a:t>Utility: Tool allows for 'what-if' scenarios based on payload weight and launch site selection.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Model Performance: All models achieved approximately 83.33% accuracy on the test data.</a:t>
            </a:r>
          </a:p>
          <a:p>
            <a:r>
              <a:t>Consistency: Logistic Regression, SVM, and KNN showed nearly identical performance.</a:t>
            </a:r>
          </a:p>
          <a:p>
            <a:r>
              <a:t>Interpretability: The Decision Tree model provided the clearest 'rules' for success prediction.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Landing success is a predictable variable given the right mission parameters.</a:t>
            </a:r>
          </a:p>
          <a:p>
            <a:r>
              <a:t>Operational Advantage: SpaceX's learning curve is evident in the data; higher flight numbers equal lower risk.</a:t>
            </a:r>
          </a:p>
          <a:p>
            <a:r>
              <a:t>Recommendation: Focus on KSC LC-39A and B5 boosters for maximum reliability.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Innovative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endParaRPr/>
          </a:p>
          <a:p>
            <a:r>
              <a:t>The 'Payload Danger Zone': Innovative Insight — Success rates drop to only 22.2% for payloads between 5000-7500kg.</a:t>
            </a:r>
          </a:p>
          <a:p>
            <a:r>
              <a:t>Heavy Lift Reliability: Counter-intuitively, payloads over 7500kg have a high 60% success rate.</a:t>
            </a:r>
          </a:p>
          <a:p>
            <a:r>
              <a:t>Infrastructure Correlation: Landing success is highly correlated with site-specific ground control maturity.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</TotalTime>
  <Words>639</Words>
  <Application>Microsoft Office PowerPoint</Application>
  <PresentationFormat>On-screen Show (4:3)</PresentationFormat>
  <Paragraphs>64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Century Gothic</vt:lpstr>
      <vt:lpstr>Wingdings 3</vt:lpstr>
      <vt:lpstr>Ion</vt:lpstr>
      <vt:lpstr>Executive Summary</vt:lpstr>
      <vt:lpstr>Introduction</vt:lpstr>
      <vt:lpstr>Data Collection &amp; Wrangling</vt:lpstr>
      <vt:lpstr>EDA &amp; Interactive Analytics Methodology</vt:lpstr>
      <vt:lpstr>Predictive Analysis (Machine Learning)</vt:lpstr>
      <vt:lpstr>EDA Visualization Results</vt:lpstr>
      <vt:lpstr>SQL Analysis Results</vt:lpstr>
      <vt:lpstr>Geospatial Analysis Results</vt:lpstr>
      <vt:lpstr>Plotly Dash Dashboard Results</vt:lpstr>
      <vt:lpstr>Machine Learning Results</vt:lpstr>
      <vt:lpstr>Conclusion</vt:lpstr>
      <vt:lpstr>Innovative Insights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 Sylvester</cp:lastModifiedBy>
  <cp:revision>2</cp:revision>
  <dcterms:created xsi:type="dcterms:W3CDTF">2013-01-27T09:14:16Z</dcterms:created>
  <dcterms:modified xsi:type="dcterms:W3CDTF">2026-01-08T16:33:00Z</dcterms:modified>
  <cp:category/>
</cp:coreProperties>
</file>